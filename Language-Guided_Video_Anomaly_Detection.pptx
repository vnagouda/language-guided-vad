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2" d="100"/>
          <a:sy n="92" d="100"/>
        </p:scale>
        <p:origin x="10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E68E49-4F47-ABA5-2BC0-D3B0B5DCF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9C2D41-1BDE-CC7E-CD63-6704EB910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2362201"/>
            <a:ext cx="4876800" cy="6248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5218D0-35FF-7803-6DAF-2069B2B9D57C}"/>
              </a:ext>
            </a:extLst>
          </p:cNvPr>
          <p:cNvSpPr/>
          <p:nvPr/>
        </p:nvSpPr>
        <p:spPr>
          <a:xfrm>
            <a:off x="12852400" y="4876800"/>
            <a:ext cx="8382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3.22M</a:t>
            </a:r>
            <a:endParaRPr lang="en-MY"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E5576-92BD-F134-8D72-D74105B4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8C609-DBCF-0F1D-FBC0-609D13299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FB554-FBC4-BE8D-FAAA-117D9F4D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2A0F01-2946-F09B-59FE-391CA17B0B89}"/>
              </a:ext>
            </a:extLst>
          </p:cNvPr>
          <p:cNvSpPr/>
          <p:nvPr/>
        </p:nvSpPr>
        <p:spPr>
          <a:xfrm>
            <a:off x="12776200" y="3657600"/>
            <a:ext cx="2743200" cy="685800"/>
          </a:xfrm>
          <a:prstGeom prst="rect">
            <a:avLst/>
          </a:prstGeom>
          <a:solidFill>
            <a:srgbClr val="93C0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3.22M</a:t>
            </a:r>
            <a:endParaRPr lang="en-MY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89CA8-F6C7-8A0C-FDC7-BFD3724C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</Words>
  <Application>Microsoft Office PowerPoint</Application>
  <PresentationFormat>Custom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Viresh Nagouda</cp:lastModifiedBy>
  <cp:revision>4</cp:revision>
  <dcterms:created xsi:type="dcterms:W3CDTF">2006-08-16T00:00:00Z</dcterms:created>
  <dcterms:modified xsi:type="dcterms:W3CDTF">2026-03-19T02:42:18Z</dcterms:modified>
</cp:coreProperties>
</file>